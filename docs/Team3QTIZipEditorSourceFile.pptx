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3" autoAdjust="0"/>
    <p:restoredTop sz="94660"/>
  </p:normalViewPr>
  <p:slideViewPr>
    <p:cSldViewPr snapToGrid="0">
      <p:cViewPr varScale="1">
        <p:scale>
          <a:sx n="63" d="100"/>
          <a:sy n="63" d="100"/>
        </p:scale>
        <p:origin x="651" y="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85DCC-1224-7EB5-5A8F-BE9EC72916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8CC42C-4D9F-0591-76F1-47A966D393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4249D-C211-9EA8-68E5-C3DAE905B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900D8-BD16-4551-8909-068B792886FF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E26CD0-2B41-B5CE-64AB-A70D5CCA2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DE75E2-29A3-D3EE-C117-31249AF30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36F6C-AE88-4A9A-AC4E-894B21EAA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059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B4EF1-0655-0E98-ECB6-7D28B6F3B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2C531C-43FA-273C-FA74-2F07F924C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9C2C14-6017-3CF2-A3B0-459A085B1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900D8-BD16-4551-8909-068B792886FF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807A0-0EC6-2129-FABE-1D270C1B7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412E85-9582-E143-3A24-1C55919D6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36F6C-AE88-4A9A-AC4E-894B21EAA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627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37D4F-8CBE-B89F-E057-399E14592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F4B1E8-46D0-8CA8-CD56-20EADC8B7D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78C49-A5ED-5B38-3C30-1A51F1434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900D8-BD16-4551-8909-068B792886FF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92D9C-7B59-3645-07D3-19DB9E1E5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34597F-3603-F077-4A15-5D5A46FD5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36F6C-AE88-4A9A-AC4E-894B21EAA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8290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F5400-5FF5-99E6-49EA-ABC1A073E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A79238-839E-1A28-B761-636824D6B6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FAF1DC-5F76-9416-D613-36379000EF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8FD338-9167-62D4-ABEF-78B523C05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900D8-BD16-4551-8909-068B792886FF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F1D15C-81B6-09EE-7B39-E2EF6582B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01916F-C776-9513-040E-C6837730D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36F6C-AE88-4A9A-AC4E-894B21EAA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44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D08F3-0600-6EA9-4906-4F7931002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3D0ED6-A6D6-3A10-EB20-B487827784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B4EDAC-1EB4-D82C-70B5-4F3D0AD3CD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8423F4-BE13-F228-9BAC-181CF269E1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E7177C-21AF-57E3-9D2D-D3A980CE75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854A3A-3296-B527-EAD9-6E8E9D713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900D8-BD16-4551-8909-068B792886FF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9A9109-D922-E5CE-EF7C-ABC43904A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AD4C44-D0B8-AC39-CC63-678564CE0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36F6C-AE88-4A9A-AC4E-894B21EAA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2318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A9EA2-E513-88F0-4820-EA787F053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59827D-9520-0AC7-0374-27E0432AA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900D8-BD16-4551-8909-068B792886FF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97E503-64B7-3710-1DB0-4A7B1B50A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6E3BF0-2DE2-DB6B-8276-410C43004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36F6C-AE88-4A9A-AC4E-894B21EAA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157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F064ED-1931-9542-76BD-69852BA3E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900D8-BD16-4551-8909-068B792886FF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1FB518-880F-8AD5-19B0-C9CAAA05D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1DECA7-B934-7625-6CE5-08A3CD1BE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36F6C-AE88-4A9A-AC4E-894B21EAA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862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71958-BDC8-1581-6991-5B7E5CB90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E1233B-D3FF-1675-C112-04AC7460CB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02EB96-BC02-9307-EF5E-5B8838069E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F61A63-F0A3-CA24-73A5-2766BAD8A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900D8-BD16-4551-8909-068B792886FF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701C07-2045-FD5F-876A-9AFFBC21F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F9ED25-23FA-D4A2-724E-EE2E8D6A5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36F6C-AE88-4A9A-AC4E-894B21EAA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1902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E7547-18B3-6EE9-4FB6-A126B2ED8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9BF885-7C81-F1DD-4B35-1B206AE0D7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0EB50F-B0A8-8AAD-6BD6-A7C551259F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362E0D-C16F-63B2-A605-551BE34CB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900D8-BD16-4551-8909-068B792886FF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57E460-D1C5-6B3A-2862-6790532B4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CF813B-CDD5-3FAF-2B29-72E419410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36F6C-AE88-4A9A-AC4E-894B21EAA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458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9BEE1-FCDE-71FB-6A54-6F1B15DD8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57B66C-94A9-2F4A-3073-FAF8C82DB6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66C86E-976B-161A-B332-90095AA98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900D8-BD16-4551-8909-068B792886FF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BBA761-AD90-C540-FAAF-7DF5390C4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5D7392-8609-118A-EEF6-7815BA50D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36F6C-AE88-4A9A-AC4E-894B21EAA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831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B76505-1289-C893-270C-2CDB8CD66C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37E921-2735-2966-2640-0B0C2AEBB3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AD4F20-E1B5-1244-504B-D98EEB6CB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900D8-BD16-4551-8909-068B792886FF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107051-B136-5522-1B18-EA7E0C40E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4F40DA-F2D8-B4B6-08B0-67CC7520A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36F6C-AE88-4A9A-AC4E-894B21EAA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857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171813-15C4-A637-7566-4C0A203C5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124095-247C-0EEC-BEC1-61714457C2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05B3A3-3B1E-2694-4271-58FBA1E051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F900D8-BD16-4551-8909-068B792886FF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C9995B-CEF7-63AF-1760-31CF62A615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4637BC-D3DB-3794-B27F-671B93B5D2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236F6C-AE88-4A9A-AC4E-894B21EAA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000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25A82-CF75-3564-2423-82BF063554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0096" y="-1193800"/>
            <a:ext cx="9144000" cy="2387600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Helvetica" panose="020B0604020202020204" pitchFamily="34" charset="0"/>
                <a:cs typeface="Helvetica" panose="020B0604020202020204" pitchFamily="34" charset="0"/>
              </a:rPr>
              <a:t>QTI Zip Editor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672017-0963-EE07-0030-1ED7D980BEEA}"/>
              </a:ext>
            </a:extLst>
          </p:cNvPr>
          <p:cNvSpPr txBox="1"/>
          <p:nvPr/>
        </p:nvSpPr>
        <p:spPr>
          <a:xfrm>
            <a:off x="4746879" y="3470052"/>
            <a:ext cx="2698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Choose Access Options: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211F93D-346F-7FA8-FC14-F8CEBAAA771B}"/>
              </a:ext>
            </a:extLst>
          </p:cNvPr>
          <p:cNvGrpSpPr/>
          <p:nvPr/>
        </p:nvGrpSpPr>
        <p:grpSpPr>
          <a:xfrm>
            <a:off x="5373878" y="4025614"/>
            <a:ext cx="1496436" cy="843250"/>
            <a:chOff x="5235283" y="3931947"/>
            <a:chExt cx="1496436" cy="84325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9D58C97-53AE-E883-0546-EB71F115C3DE}"/>
                </a:ext>
              </a:extLst>
            </p:cNvPr>
            <p:cNvSpPr txBox="1"/>
            <p:nvPr/>
          </p:nvSpPr>
          <p:spPr>
            <a:xfrm>
              <a:off x="5526990" y="3931947"/>
              <a:ext cx="10182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Helvetica" panose="020B0604020202020204" pitchFamily="34" charset="0"/>
                  <a:cs typeface="Helvetica" panose="020B0604020202020204" pitchFamily="34" charset="0"/>
                </a:rPr>
                <a:t>Editable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12A3840-A92F-58D1-679B-A32E75D59C50}"/>
                </a:ext>
              </a:extLst>
            </p:cNvPr>
            <p:cNvSpPr txBox="1"/>
            <p:nvPr/>
          </p:nvSpPr>
          <p:spPr>
            <a:xfrm>
              <a:off x="5512474" y="4405865"/>
              <a:ext cx="12192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Helvetica" panose="020B0604020202020204" pitchFamily="34" charset="0"/>
                  <a:cs typeface="Helvetica" panose="020B0604020202020204" pitchFamily="34" charset="0"/>
                </a:rPr>
                <a:t>View Only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0ADF1A8-01A1-9733-6C99-5E9D15B36BC5}"/>
                </a:ext>
              </a:extLst>
            </p:cNvPr>
            <p:cNvSpPr/>
            <p:nvPr/>
          </p:nvSpPr>
          <p:spPr>
            <a:xfrm>
              <a:off x="5235283" y="3983459"/>
              <a:ext cx="266307" cy="266307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/>
                  </a:solidFill>
                </a:ln>
                <a:solidFill>
                  <a:schemeClr val="bg2"/>
                </a:solidFill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34CBE440-CD02-C05B-17F5-8FEDD05AD8C6}"/>
                </a:ext>
              </a:extLst>
            </p:cNvPr>
            <p:cNvSpPr/>
            <p:nvPr/>
          </p:nvSpPr>
          <p:spPr>
            <a:xfrm>
              <a:off x="5235283" y="4434893"/>
              <a:ext cx="266307" cy="266307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/>
                  </a:solidFill>
                </a:ln>
                <a:solidFill>
                  <a:schemeClr val="bg2"/>
                </a:solidFill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</p:grp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9D46C87-9CD4-256D-0F7A-E4DB384D14D6}"/>
              </a:ext>
            </a:extLst>
          </p:cNvPr>
          <p:cNvSpPr/>
          <p:nvPr/>
        </p:nvSpPr>
        <p:spPr>
          <a:xfrm>
            <a:off x="5083627" y="2152507"/>
            <a:ext cx="2024742" cy="914400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Upload Zip File</a:t>
            </a:r>
          </a:p>
        </p:txBody>
      </p:sp>
    </p:spTree>
    <p:extLst>
      <p:ext uri="{BB962C8B-B14F-4D97-AF65-F5344CB8AC3E}">
        <p14:creationId xmlns:p14="http://schemas.microsoft.com/office/powerpoint/2010/main" val="32845404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5B0C2-387A-0FFE-EC06-60F4BDC73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39BD5-1768-5ED1-CEBD-6C02BB246C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0096" y="-1193800"/>
            <a:ext cx="9144000" cy="2387600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Helvetica" panose="020B0604020202020204" pitchFamily="34" charset="0"/>
                <a:cs typeface="Helvetica" panose="020B0604020202020204" pitchFamily="34" charset="0"/>
              </a:rPr>
              <a:t>QTI Zip Editor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3CA5BE-F584-D5CF-064A-5C9651F8575E}"/>
              </a:ext>
            </a:extLst>
          </p:cNvPr>
          <p:cNvSpPr txBox="1"/>
          <p:nvPr/>
        </p:nvSpPr>
        <p:spPr>
          <a:xfrm>
            <a:off x="4746879" y="3470052"/>
            <a:ext cx="2698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Choose Access Options: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BD580D-2078-053F-E376-A75E80F278B6}"/>
              </a:ext>
            </a:extLst>
          </p:cNvPr>
          <p:cNvSpPr txBox="1"/>
          <p:nvPr/>
        </p:nvSpPr>
        <p:spPr>
          <a:xfrm>
            <a:off x="5665585" y="4025614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Editable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AF693A6-D23C-FF0F-5BC1-C5C675BA6492}"/>
              </a:ext>
            </a:extLst>
          </p:cNvPr>
          <p:cNvSpPr txBox="1"/>
          <p:nvPr/>
        </p:nvSpPr>
        <p:spPr>
          <a:xfrm>
            <a:off x="5651069" y="4499532"/>
            <a:ext cx="1219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View Only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868952E-6DFB-B109-4A7E-E2E757817AE5}"/>
              </a:ext>
            </a:extLst>
          </p:cNvPr>
          <p:cNvSpPr/>
          <p:nvPr/>
        </p:nvSpPr>
        <p:spPr>
          <a:xfrm>
            <a:off x="5373878" y="4077126"/>
            <a:ext cx="266307" cy="266307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bg2"/>
                </a:solidFill>
              </a:ln>
              <a:solidFill>
                <a:schemeClr val="bg2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33DC5A3-193D-B608-A80C-122B5A74ED09}"/>
              </a:ext>
            </a:extLst>
          </p:cNvPr>
          <p:cNvSpPr/>
          <p:nvPr/>
        </p:nvSpPr>
        <p:spPr>
          <a:xfrm>
            <a:off x="5373878" y="4528560"/>
            <a:ext cx="266307" cy="266307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2"/>
                </a:solidFill>
              </a:ln>
              <a:solidFill>
                <a:schemeClr val="bg2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AB20BBA-17E4-06E3-9A7A-071AC6AAEF8C}"/>
              </a:ext>
            </a:extLst>
          </p:cNvPr>
          <p:cNvSpPr/>
          <p:nvPr/>
        </p:nvSpPr>
        <p:spPr>
          <a:xfrm>
            <a:off x="5083627" y="2152507"/>
            <a:ext cx="2024742" cy="914400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Upload Zip File</a:t>
            </a:r>
          </a:p>
        </p:txBody>
      </p:sp>
    </p:spTree>
    <p:extLst>
      <p:ext uri="{BB962C8B-B14F-4D97-AF65-F5344CB8AC3E}">
        <p14:creationId xmlns:p14="http://schemas.microsoft.com/office/powerpoint/2010/main" val="8214562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7D097-FAA6-74BB-11A3-AC790256C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1F054-1DA1-C986-31D4-3DAA47ADD2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0096" y="-1193800"/>
            <a:ext cx="9144000" cy="2387600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Helvetica" panose="020B0604020202020204" pitchFamily="34" charset="0"/>
                <a:cs typeface="Helvetica" panose="020B0604020202020204" pitchFamily="34" charset="0"/>
              </a:rPr>
              <a:t>Edit Mode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EBAD21-DE5E-7257-0EF8-FBE052F8DB3B}"/>
              </a:ext>
            </a:extLst>
          </p:cNvPr>
          <p:cNvSpPr txBox="1"/>
          <p:nvPr/>
        </p:nvSpPr>
        <p:spPr>
          <a:xfrm>
            <a:off x="4945685" y="1378927"/>
            <a:ext cx="2300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File Name: lorem.zip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083DF44-BB86-BC8C-2E21-A1FC3A57EFE3}"/>
              </a:ext>
            </a:extLst>
          </p:cNvPr>
          <p:cNvGrpSpPr/>
          <p:nvPr/>
        </p:nvGrpSpPr>
        <p:grpSpPr>
          <a:xfrm>
            <a:off x="1550096" y="2132583"/>
            <a:ext cx="9548116" cy="4524315"/>
            <a:chOff x="1550096" y="2132583"/>
            <a:chExt cx="9548116" cy="4524315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8F33FF3-AB24-9ECC-5015-73504AA0E883}"/>
                </a:ext>
              </a:extLst>
            </p:cNvPr>
            <p:cNvSpPr txBox="1"/>
            <p:nvPr/>
          </p:nvSpPr>
          <p:spPr>
            <a:xfrm>
              <a:off x="1602288" y="2132583"/>
              <a:ext cx="9495924" cy="45243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Question 1: Is this a Multiple Part Question: (ex. 1A. 1B. 1C.?)        yes        no </a:t>
              </a:r>
            </a:p>
            <a:p>
              <a:r>
                <a:rPr lang="en-US" dirty="0"/>
                <a:t>Lorem </a:t>
              </a:r>
              <a:r>
                <a:rPr lang="en-US" dirty="0" err="1"/>
                <a:t>Lorem</a:t>
              </a:r>
              <a:r>
                <a:rPr lang="en-US" dirty="0"/>
                <a:t> </a:t>
              </a:r>
              <a:r>
                <a:rPr lang="en-US" dirty="0" err="1"/>
                <a:t>Lorem</a:t>
              </a:r>
              <a:r>
                <a:rPr lang="en-US" dirty="0"/>
                <a:t>?</a:t>
              </a:r>
              <a:br>
                <a:rPr lang="en-US" dirty="0"/>
              </a:br>
              <a:r>
                <a:rPr lang="en-US" dirty="0"/>
                <a:t>	Answer(s): </a:t>
              </a:r>
            </a:p>
            <a:p>
              <a:r>
                <a:rPr lang="en-US" dirty="0"/>
                <a:t>  a. </a:t>
              </a:r>
              <a:r>
                <a:rPr lang="en-US" dirty="0">
                  <a:solidFill>
                    <a:schemeClr val="bg1">
                      <a:lumMod val="65000"/>
                    </a:schemeClr>
                  </a:solidFill>
                </a:rPr>
                <a:t>If left blank, the question is a Free Response question.</a:t>
              </a:r>
              <a:br>
                <a:rPr lang="en-US" dirty="0"/>
              </a:br>
              <a:br>
                <a:rPr lang="en-US" dirty="0"/>
              </a:br>
              <a:r>
                <a:rPr lang="en-US" dirty="0"/>
                <a:t>Question 2: Is this a Multiple Part Question: (ex. 1A. 1B. 1C.?)        yes        no</a:t>
              </a:r>
            </a:p>
            <a:p>
              <a:br>
                <a:rPr lang="en-US" dirty="0"/>
              </a:br>
              <a:r>
                <a:rPr lang="en-US" dirty="0"/>
                <a:t>Part A. Lorem </a:t>
              </a:r>
              <a:r>
                <a:rPr lang="en-US" dirty="0" err="1"/>
                <a:t>Lorem</a:t>
              </a:r>
              <a:r>
                <a:rPr lang="en-US" dirty="0"/>
                <a:t> </a:t>
              </a:r>
              <a:r>
                <a:rPr lang="en-US" dirty="0" err="1"/>
                <a:t>Lorem</a:t>
              </a:r>
              <a:r>
                <a:rPr lang="en-US" dirty="0"/>
                <a:t>?</a:t>
              </a:r>
              <a:br>
                <a:rPr lang="en-US" dirty="0"/>
              </a:br>
              <a:r>
                <a:rPr lang="en-US" dirty="0"/>
                <a:t>	Answer(s): Choose correct answer(s).</a:t>
              </a:r>
            </a:p>
            <a:p>
              <a:r>
                <a:rPr lang="en-US" dirty="0"/>
                <a:t>  a. Lorem </a:t>
              </a:r>
              <a:r>
                <a:rPr lang="en-US" dirty="0" err="1"/>
                <a:t>Lorem</a:t>
              </a:r>
              <a:r>
                <a:rPr lang="en-US" dirty="0"/>
                <a:t>.</a:t>
              </a:r>
            </a:p>
            <a:p>
              <a:r>
                <a:rPr lang="en-US" dirty="0"/>
                <a:t>  b. Lorem </a:t>
              </a:r>
              <a:r>
                <a:rPr lang="en-US" dirty="0" err="1"/>
                <a:t>Lorem</a:t>
              </a:r>
              <a:r>
                <a:rPr lang="en-US" dirty="0"/>
                <a:t>.</a:t>
              </a:r>
            </a:p>
            <a:p>
              <a:r>
                <a:rPr lang="en-US" dirty="0"/>
                <a:t>  c. </a:t>
              </a:r>
              <a:r>
                <a:rPr lang="en-US" dirty="0">
                  <a:solidFill>
                    <a:schemeClr val="bg1">
                      <a:lumMod val="65000"/>
                    </a:schemeClr>
                  </a:solidFill>
                </a:rPr>
                <a:t>Add another answer or leave blank.</a:t>
              </a:r>
              <a:br>
                <a:rPr lang="en-US" dirty="0"/>
              </a:br>
              <a:br>
                <a:rPr lang="en-US" dirty="0"/>
              </a:br>
              <a:r>
                <a:rPr lang="en-US" dirty="0"/>
                <a:t>Part B. Lorem </a:t>
              </a:r>
              <a:r>
                <a:rPr lang="en-US" dirty="0" err="1"/>
                <a:t>Lorem</a:t>
              </a:r>
              <a:r>
                <a:rPr lang="en-US" dirty="0"/>
                <a:t> </a:t>
              </a:r>
              <a:r>
                <a:rPr lang="en-US" dirty="0" err="1"/>
                <a:t>Lorem</a:t>
              </a:r>
              <a:r>
                <a:rPr lang="en-US" dirty="0"/>
                <a:t>?</a:t>
              </a:r>
            </a:p>
            <a:p>
              <a:r>
                <a:rPr lang="en-US" dirty="0"/>
                <a:t>  a. </a:t>
              </a:r>
              <a:r>
                <a:rPr lang="en-US" dirty="0">
                  <a:solidFill>
                    <a:schemeClr val="bg1">
                      <a:lumMod val="65000"/>
                    </a:schemeClr>
                  </a:solidFill>
                </a:rPr>
                <a:t>If left blank, the question is a Free Response question.</a:t>
              </a:r>
              <a:br>
                <a:rPr lang="en-US" dirty="0"/>
              </a:br>
              <a:endParaRPr lang="en-US" dirty="0"/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B58F3F7B-A062-8287-92A2-327F36908FE6}"/>
                </a:ext>
              </a:extLst>
            </p:cNvPr>
            <p:cNvGrpSpPr/>
            <p:nvPr/>
          </p:nvGrpSpPr>
          <p:grpSpPr>
            <a:xfrm>
              <a:off x="7744155" y="3570056"/>
              <a:ext cx="932218" cy="206240"/>
              <a:chOff x="6910901" y="4463703"/>
              <a:chExt cx="932218" cy="206240"/>
            </a:xfrm>
          </p:grpSpPr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BDA1002B-8D4A-99B4-BA13-172F2E5FFDA3}"/>
                  </a:ext>
                </a:extLst>
              </p:cNvPr>
              <p:cNvSpPr/>
              <p:nvPr/>
            </p:nvSpPr>
            <p:spPr>
              <a:xfrm>
                <a:off x="6910901" y="4463703"/>
                <a:ext cx="206240" cy="206240"/>
              </a:xfrm>
              <a:prstGeom prst="ellipse">
                <a:avLst/>
              </a:prstGeom>
              <a:solidFill>
                <a:schemeClr val="tx2">
                  <a:lumMod val="50000"/>
                  <a:lumOff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n>
                    <a:solidFill>
                      <a:schemeClr val="bg2"/>
                    </a:solidFill>
                  </a:ln>
                  <a:solidFill>
                    <a:schemeClr val="bg2"/>
                  </a:solidFill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18A0D8EF-C879-64FD-9853-47911C4E71EE}"/>
                  </a:ext>
                </a:extLst>
              </p:cNvPr>
              <p:cNvSpPr/>
              <p:nvPr/>
            </p:nvSpPr>
            <p:spPr>
              <a:xfrm>
                <a:off x="7636879" y="4463703"/>
                <a:ext cx="206240" cy="206240"/>
              </a:xfrm>
              <a:prstGeom prst="ellipse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n>
                    <a:solidFill>
                      <a:schemeClr val="bg2"/>
                    </a:solidFill>
                  </a:ln>
                  <a:solidFill>
                    <a:schemeClr val="bg2"/>
                  </a:solidFill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BAFC5E68-6241-F3FE-F940-780574A30149}"/>
                </a:ext>
              </a:extLst>
            </p:cNvPr>
            <p:cNvGrpSpPr/>
            <p:nvPr/>
          </p:nvGrpSpPr>
          <p:grpSpPr>
            <a:xfrm>
              <a:off x="7744156" y="2207002"/>
              <a:ext cx="932218" cy="206240"/>
              <a:chOff x="6032788" y="4472249"/>
              <a:chExt cx="932218" cy="206240"/>
            </a:xfrm>
            <a:solidFill>
              <a:schemeClr val="bg2"/>
            </a:solidFill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F89C398C-5B2D-6BAC-55E5-1A358C461415}"/>
                  </a:ext>
                </a:extLst>
              </p:cNvPr>
              <p:cNvSpPr/>
              <p:nvPr/>
            </p:nvSpPr>
            <p:spPr>
              <a:xfrm>
                <a:off x="6032788" y="4472249"/>
                <a:ext cx="206240" cy="206240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n>
                    <a:solidFill>
                      <a:schemeClr val="bg2"/>
                    </a:solidFill>
                  </a:ln>
                  <a:solidFill>
                    <a:schemeClr val="bg2"/>
                  </a:solidFill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FE9E0BF3-0984-FE29-8E18-A6C9ACB7AC25}"/>
                  </a:ext>
                </a:extLst>
              </p:cNvPr>
              <p:cNvSpPr/>
              <p:nvPr/>
            </p:nvSpPr>
            <p:spPr>
              <a:xfrm>
                <a:off x="6758766" y="4472249"/>
                <a:ext cx="206240" cy="206240"/>
              </a:xfrm>
              <a:prstGeom prst="ellipse">
                <a:avLst/>
              </a:prstGeom>
              <a:solidFill>
                <a:schemeClr val="tx2">
                  <a:lumMod val="50000"/>
                  <a:lumOff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n>
                    <a:solidFill>
                      <a:schemeClr val="bg2"/>
                    </a:solidFill>
                  </a:ln>
                  <a:solidFill>
                    <a:schemeClr val="bg2"/>
                  </a:solidFill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D30D86DB-3B77-7EF0-DF89-474CE2C91A8C}"/>
                </a:ext>
              </a:extLst>
            </p:cNvPr>
            <p:cNvGrpSpPr/>
            <p:nvPr/>
          </p:nvGrpSpPr>
          <p:grpSpPr>
            <a:xfrm>
              <a:off x="1550096" y="4711244"/>
              <a:ext cx="166256" cy="443081"/>
              <a:chOff x="1150409" y="4414719"/>
              <a:chExt cx="166256" cy="443081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D6D13CA-726E-5C12-05A2-3577FE829EF3}"/>
                  </a:ext>
                </a:extLst>
              </p:cNvPr>
              <p:cNvSpPr/>
              <p:nvPr/>
            </p:nvSpPr>
            <p:spPr>
              <a:xfrm>
                <a:off x="1150410" y="4683233"/>
                <a:ext cx="166255" cy="174567"/>
              </a:xfrm>
              <a:prstGeom prst="rect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7041320A-64BF-7A1E-7023-5D0D27217E88}"/>
                  </a:ext>
                </a:extLst>
              </p:cNvPr>
              <p:cNvSpPr/>
              <p:nvPr/>
            </p:nvSpPr>
            <p:spPr>
              <a:xfrm>
                <a:off x="1150409" y="4414719"/>
                <a:ext cx="166255" cy="174567"/>
              </a:xfrm>
              <a:prstGeom prst="rect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973913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1168</TotalTime>
  <Words>170</Words>
  <Application>Microsoft Office PowerPoint</Application>
  <PresentationFormat>Widescreen</PresentationFormat>
  <Paragraphs>20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Helvetica</vt:lpstr>
      <vt:lpstr>Office Theme</vt:lpstr>
      <vt:lpstr>QTI Zip Editor</vt:lpstr>
      <vt:lpstr>QTI Zip Editor</vt:lpstr>
      <vt:lpstr>Edit Mode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Victoria Luna-Carmona</dc:creator>
  <cp:lastModifiedBy>Victoria Luna-Carmona</cp:lastModifiedBy>
  <cp:revision>2</cp:revision>
  <dcterms:created xsi:type="dcterms:W3CDTF">2026-02-11T21:46:39Z</dcterms:created>
  <dcterms:modified xsi:type="dcterms:W3CDTF">2026-03-19T19:17:48Z</dcterms:modified>
</cp:coreProperties>
</file>